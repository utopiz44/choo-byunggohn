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" d="100"/>
          <a:sy n="12" d="100"/>
        </p:scale>
        <p:origin x="271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22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59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5326826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2085368" y="15635264"/>
            <a:ext cx="12807832" cy="2299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15326828" y="10492870"/>
            <a:ext cx="12870909" cy="514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15326828" y="15635264"/>
            <a:ext cx="12870909" cy="2299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382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595"/>
            </a:lvl1pPr>
            <a:lvl2pPr marL="914400" lvl="1" indent="-81730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271"/>
            </a:lvl2pPr>
            <a:lvl3pPr marL="1371600" lvl="2" indent="-733171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7946"/>
            </a:lvl3pPr>
            <a:lvl4pPr marL="1828800" lvl="3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4pPr>
            <a:lvl5pPr marL="2286000" lvl="4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5pPr>
            <a:lvl6pPr marL="2743200" lvl="5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6pPr>
            <a:lvl7pPr marL="3200400" lvl="6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7pPr>
            <a:lvl8pPr marL="3657600" lvl="7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8pPr>
            <a:lvl9pPr marL="4114800" lvl="8" indent="-649096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58310" y="11917631"/>
            <a:ext cx="27158594" cy="2611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6792642" y="17151963"/>
            <a:ext cx="36274211" cy="652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-6452763" y="10813091"/>
            <a:ext cx="36274211" cy="1920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A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F50AAA-E5E6-4726-89FB-477424DD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336986" cy="428650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BYUNGGOHN CHOO</cp:lastModifiedBy>
  <cp:revision>1</cp:revision>
  <dcterms:modified xsi:type="dcterms:W3CDTF">2026-10-19T02:23:51Z</dcterms:modified>
</cp:coreProperties>
</file>