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Lst>
  <p:sldSz cy="42803750" cx="30275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2081421" y="11394520"/>
            <a:ext cx="26112371"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14" name="Google Shape;14;p2"/>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2270641" y="7005156"/>
            <a:ext cx="25733931" cy="1490205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9865"/>
              <a:buFont typeface="Calibri"/>
              <a:buNone/>
              <a:defRPr sz="1986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3784402" y="22481887"/>
            <a:ext cx="22706410" cy="1033433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311"/>
              </a:spcBef>
              <a:spcAft>
                <a:spcPts val="0"/>
              </a:spcAft>
              <a:buClr>
                <a:schemeClr val="dk1"/>
              </a:buClr>
              <a:buSzPts val="7946"/>
              <a:buNone/>
              <a:defRPr sz="7946"/>
            </a:lvl1pPr>
            <a:lvl2pPr lvl="1" algn="ctr">
              <a:lnSpc>
                <a:spcPct val="90000"/>
              </a:lnSpc>
              <a:spcBef>
                <a:spcPts val="1655"/>
              </a:spcBef>
              <a:spcAft>
                <a:spcPts val="0"/>
              </a:spcAft>
              <a:buClr>
                <a:schemeClr val="dk1"/>
              </a:buClr>
              <a:buSzPts val="6622"/>
              <a:buNone/>
              <a:defRPr sz="6622"/>
            </a:lvl2pPr>
            <a:lvl3pPr lvl="2" algn="ctr">
              <a:lnSpc>
                <a:spcPct val="90000"/>
              </a:lnSpc>
              <a:spcBef>
                <a:spcPts val="1655"/>
              </a:spcBef>
              <a:spcAft>
                <a:spcPts val="0"/>
              </a:spcAft>
              <a:buClr>
                <a:schemeClr val="dk1"/>
              </a:buClr>
              <a:buSzPts val="5960"/>
              <a:buNone/>
              <a:defRPr sz="5960"/>
            </a:lvl3pPr>
            <a:lvl4pPr lvl="3" algn="ctr">
              <a:lnSpc>
                <a:spcPct val="90000"/>
              </a:lnSpc>
              <a:spcBef>
                <a:spcPts val="1655"/>
              </a:spcBef>
              <a:spcAft>
                <a:spcPts val="0"/>
              </a:spcAft>
              <a:buClr>
                <a:schemeClr val="dk1"/>
              </a:buClr>
              <a:buSzPts val="5297"/>
              <a:buNone/>
              <a:defRPr sz="5297"/>
            </a:lvl4pPr>
            <a:lvl5pPr lvl="4" algn="ctr">
              <a:lnSpc>
                <a:spcPct val="90000"/>
              </a:lnSpc>
              <a:spcBef>
                <a:spcPts val="1655"/>
              </a:spcBef>
              <a:spcAft>
                <a:spcPts val="0"/>
              </a:spcAft>
              <a:buClr>
                <a:schemeClr val="dk1"/>
              </a:buClr>
              <a:buSzPts val="5297"/>
              <a:buNone/>
              <a:defRPr sz="5297"/>
            </a:lvl5pPr>
            <a:lvl6pPr lvl="5" algn="ctr">
              <a:lnSpc>
                <a:spcPct val="90000"/>
              </a:lnSpc>
              <a:spcBef>
                <a:spcPts val="1655"/>
              </a:spcBef>
              <a:spcAft>
                <a:spcPts val="0"/>
              </a:spcAft>
              <a:buClr>
                <a:schemeClr val="dk1"/>
              </a:buClr>
              <a:buSzPts val="5297"/>
              <a:buNone/>
              <a:defRPr sz="5297"/>
            </a:lvl6pPr>
            <a:lvl7pPr lvl="6" algn="ctr">
              <a:lnSpc>
                <a:spcPct val="90000"/>
              </a:lnSpc>
              <a:spcBef>
                <a:spcPts val="1655"/>
              </a:spcBef>
              <a:spcAft>
                <a:spcPts val="0"/>
              </a:spcAft>
              <a:buClr>
                <a:schemeClr val="dk1"/>
              </a:buClr>
              <a:buSzPts val="5297"/>
              <a:buNone/>
              <a:defRPr sz="5297"/>
            </a:lvl7pPr>
            <a:lvl8pPr lvl="7" algn="ctr">
              <a:lnSpc>
                <a:spcPct val="90000"/>
              </a:lnSpc>
              <a:spcBef>
                <a:spcPts val="1655"/>
              </a:spcBef>
              <a:spcAft>
                <a:spcPts val="0"/>
              </a:spcAft>
              <a:buClr>
                <a:schemeClr val="dk1"/>
              </a:buClr>
              <a:buSzPts val="5297"/>
              <a:buNone/>
              <a:defRPr sz="5297"/>
            </a:lvl8pPr>
            <a:lvl9pPr lvl="8" algn="ctr">
              <a:lnSpc>
                <a:spcPct val="90000"/>
              </a:lnSpc>
              <a:spcBef>
                <a:spcPts val="1655"/>
              </a:spcBef>
              <a:spcAft>
                <a:spcPts val="0"/>
              </a:spcAft>
              <a:buClr>
                <a:schemeClr val="dk1"/>
              </a:buClr>
              <a:buSzPts val="5297"/>
              <a:buNone/>
              <a:defRPr sz="5297"/>
            </a:lvl9pPr>
          </a:lstStyle>
          <a:p/>
        </p:txBody>
      </p:sp>
      <p:sp>
        <p:nvSpPr>
          <p:cNvPr id="20" name="Google Shape;20;p3"/>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2065654" y="10671229"/>
            <a:ext cx="26112371" cy="1780517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9865"/>
              <a:buFont typeface="Calibri"/>
              <a:buNone/>
              <a:defRPr sz="1986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2065654" y="28644846"/>
            <a:ext cx="26112371" cy="9363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sz="7946">
                <a:solidFill>
                  <a:schemeClr val="dk1"/>
                </a:solidFill>
              </a:defRPr>
            </a:lvl1pPr>
            <a:lvl2pPr indent="-228600" lvl="1" marL="914400" algn="l">
              <a:lnSpc>
                <a:spcPct val="90000"/>
              </a:lnSpc>
              <a:spcBef>
                <a:spcPts val="1655"/>
              </a:spcBef>
              <a:spcAft>
                <a:spcPts val="0"/>
              </a:spcAft>
              <a:buClr>
                <a:srgbClr val="888888"/>
              </a:buClr>
              <a:buSzPts val="6622"/>
              <a:buNone/>
              <a:defRPr sz="6622">
                <a:solidFill>
                  <a:srgbClr val="888888"/>
                </a:solidFill>
              </a:defRPr>
            </a:lvl2pPr>
            <a:lvl3pPr indent="-228600" lvl="2" marL="1371600" algn="l">
              <a:lnSpc>
                <a:spcPct val="90000"/>
              </a:lnSpc>
              <a:spcBef>
                <a:spcPts val="1655"/>
              </a:spcBef>
              <a:spcAft>
                <a:spcPts val="0"/>
              </a:spcAft>
              <a:buClr>
                <a:srgbClr val="888888"/>
              </a:buClr>
              <a:buSzPts val="5960"/>
              <a:buNone/>
              <a:defRPr sz="5960">
                <a:solidFill>
                  <a:srgbClr val="888888"/>
                </a:solidFill>
              </a:defRPr>
            </a:lvl3pPr>
            <a:lvl4pPr indent="-228600" lvl="3" marL="1828800" algn="l">
              <a:lnSpc>
                <a:spcPct val="90000"/>
              </a:lnSpc>
              <a:spcBef>
                <a:spcPts val="1655"/>
              </a:spcBef>
              <a:spcAft>
                <a:spcPts val="0"/>
              </a:spcAft>
              <a:buClr>
                <a:srgbClr val="888888"/>
              </a:buClr>
              <a:buSzPts val="5297"/>
              <a:buNone/>
              <a:defRPr sz="5297">
                <a:solidFill>
                  <a:srgbClr val="888888"/>
                </a:solidFill>
              </a:defRPr>
            </a:lvl4pPr>
            <a:lvl5pPr indent="-228600" lvl="4" marL="2286000" algn="l">
              <a:lnSpc>
                <a:spcPct val="90000"/>
              </a:lnSpc>
              <a:spcBef>
                <a:spcPts val="1655"/>
              </a:spcBef>
              <a:spcAft>
                <a:spcPts val="0"/>
              </a:spcAft>
              <a:buClr>
                <a:srgbClr val="888888"/>
              </a:buClr>
              <a:buSzPts val="5297"/>
              <a:buNone/>
              <a:defRPr sz="5297">
                <a:solidFill>
                  <a:srgbClr val="888888"/>
                </a:solidFill>
              </a:defRPr>
            </a:lvl5pPr>
            <a:lvl6pPr indent="-228600" lvl="5" marL="2743200" algn="l">
              <a:lnSpc>
                <a:spcPct val="90000"/>
              </a:lnSpc>
              <a:spcBef>
                <a:spcPts val="1655"/>
              </a:spcBef>
              <a:spcAft>
                <a:spcPts val="0"/>
              </a:spcAft>
              <a:buClr>
                <a:srgbClr val="888888"/>
              </a:buClr>
              <a:buSzPts val="5297"/>
              <a:buNone/>
              <a:defRPr sz="5297">
                <a:solidFill>
                  <a:srgbClr val="888888"/>
                </a:solidFill>
              </a:defRPr>
            </a:lvl6pPr>
            <a:lvl7pPr indent="-228600" lvl="6" marL="3200400" algn="l">
              <a:lnSpc>
                <a:spcPct val="90000"/>
              </a:lnSpc>
              <a:spcBef>
                <a:spcPts val="1655"/>
              </a:spcBef>
              <a:spcAft>
                <a:spcPts val="0"/>
              </a:spcAft>
              <a:buClr>
                <a:srgbClr val="888888"/>
              </a:buClr>
              <a:buSzPts val="5297"/>
              <a:buNone/>
              <a:defRPr sz="5297">
                <a:solidFill>
                  <a:srgbClr val="888888"/>
                </a:solidFill>
              </a:defRPr>
            </a:lvl7pPr>
            <a:lvl8pPr indent="-228600" lvl="7" marL="3657600" algn="l">
              <a:lnSpc>
                <a:spcPct val="90000"/>
              </a:lnSpc>
              <a:spcBef>
                <a:spcPts val="1655"/>
              </a:spcBef>
              <a:spcAft>
                <a:spcPts val="0"/>
              </a:spcAft>
              <a:buClr>
                <a:srgbClr val="888888"/>
              </a:buClr>
              <a:buSzPts val="5297"/>
              <a:buNone/>
              <a:defRPr sz="5297">
                <a:solidFill>
                  <a:srgbClr val="888888"/>
                </a:solidFill>
              </a:defRPr>
            </a:lvl8pPr>
            <a:lvl9pPr indent="-228600" lvl="8" marL="4114800" algn="l">
              <a:lnSpc>
                <a:spcPct val="90000"/>
              </a:lnSpc>
              <a:spcBef>
                <a:spcPts val="1655"/>
              </a:spcBef>
              <a:spcAft>
                <a:spcPts val="0"/>
              </a:spcAft>
              <a:buClr>
                <a:srgbClr val="888888"/>
              </a:buClr>
              <a:buSzPts val="5297"/>
              <a:buNone/>
              <a:defRPr sz="5297">
                <a:solidFill>
                  <a:srgbClr val="888888"/>
                </a:solidFill>
              </a:defRPr>
            </a:lvl9pPr>
          </a:lstStyle>
          <a:p/>
        </p:txBody>
      </p:sp>
      <p:sp>
        <p:nvSpPr>
          <p:cNvPr id="26" name="Google Shape;26;p4"/>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2081421" y="11394520"/>
            <a:ext cx="12866966"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32" name="Google Shape;32;p5"/>
          <p:cNvSpPr txBox="1"/>
          <p:nvPr>
            <p:ph idx="2" type="body"/>
          </p:nvPr>
        </p:nvSpPr>
        <p:spPr>
          <a:xfrm>
            <a:off x="15326826" y="11394520"/>
            <a:ext cx="12866966" cy="2715859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33" name="Google Shape;33;p5"/>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2085364"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2085368" y="10492870"/>
            <a:ext cx="12807832" cy="514239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b="1" sz="7946"/>
            </a:lvl1pPr>
            <a:lvl2pPr indent="-228600" lvl="1" marL="914400" algn="l">
              <a:lnSpc>
                <a:spcPct val="90000"/>
              </a:lnSpc>
              <a:spcBef>
                <a:spcPts val="1655"/>
              </a:spcBef>
              <a:spcAft>
                <a:spcPts val="0"/>
              </a:spcAft>
              <a:buClr>
                <a:schemeClr val="dk1"/>
              </a:buClr>
              <a:buSzPts val="6622"/>
              <a:buNone/>
              <a:defRPr b="1" sz="6622"/>
            </a:lvl2pPr>
            <a:lvl3pPr indent="-228600" lvl="2" marL="1371600" algn="l">
              <a:lnSpc>
                <a:spcPct val="90000"/>
              </a:lnSpc>
              <a:spcBef>
                <a:spcPts val="1655"/>
              </a:spcBef>
              <a:spcAft>
                <a:spcPts val="0"/>
              </a:spcAft>
              <a:buClr>
                <a:schemeClr val="dk1"/>
              </a:buClr>
              <a:buSzPts val="5960"/>
              <a:buNone/>
              <a:defRPr b="1" sz="5960"/>
            </a:lvl3pPr>
            <a:lvl4pPr indent="-228600" lvl="3" marL="1828800" algn="l">
              <a:lnSpc>
                <a:spcPct val="90000"/>
              </a:lnSpc>
              <a:spcBef>
                <a:spcPts val="1655"/>
              </a:spcBef>
              <a:spcAft>
                <a:spcPts val="0"/>
              </a:spcAft>
              <a:buClr>
                <a:schemeClr val="dk1"/>
              </a:buClr>
              <a:buSzPts val="5297"/>
              <a:buNone/>
              <a:defRPr b="1" sz="5297"/>
            </a:lvl4pPr>
            <a:lvl5pPr indent="-228600" lvl="4" marL="2286000" algn="l">
              <a:lnSpc>
                <a:spcPct val="90000"/>
              </a:lnSpc>
              <a:spcBef>
                <a:spcPts val="1655"/>
              </a:spcBef>
              <a:spcAft>
                <a:spcPts val="0"/>
              </a:spcAft>
              <a:buClr>
                <a:schemeClr val="dk1"/>
              </a:buClr>
              <a:buSzPts val="5297"/>
              <a:buNone/>
              <a:defRPr b="1" sz="5297"/>
            </a:lvl5pPr>
            <a:lvl6pPr indent="-228600" lvl="5" marL="2743200" algn="l">
              <a:lnSpc>
                <a:spcPct val="90000"/>
              </a:lnSpc>
              <a:spcBef>
                <a:spcPts val="1655"/>
              </a:spcBef>
              <a:spcAft>
                <a:spcPts val="0"/>
              </a:spcAft>
              <a:buClr>
                <a:schemeClr val="dk1"/>
              </a:buClr>
              <a:buSzPts val="5297"/>
              <a:buNone/>
              <a:defRPr b="1" sz="5297"/>
            </a:lvl6pPr>
            <a:lvl7pPr indent="-228600" lvl="6" marL="3200400" algn="l">
              <a:lnSpc>
                <a:spcPct val="90000"/>
              </a:lnSpc>
              <a:spcBef>
                <a:spcPts val="1655"/>
              </a:spcBef>
              <a:spcAft>
                <a:spcPts val="0"/>
              </a:spcAft>
              <a:buClr>
                <a:schemeClr val="dk1"/>
              </a:buClr>
              <a:buSzPts val="5297"/>
              <a:buNone/>
              <a:defRPr b="1" sz="5297"/>
            </a:lvl7pPr>
            <a:lvl8pPr indent="-228600" lvl="7" marL="3657600" algn="l">
              <a:lnSpc>
                <a:spcPct val="90000"/>
              </a:lnSpc>
              <a:spcBef>
                <a:spcPts val="1655"/>
              </a:spcBef>
              <a:spcAft>
                <a:spcPts val="0"/>
              </a:spcAft>
              <a:buClr>
                <a:schemeClr val="dk1"/>
              </a:buClr>
              <a:buSzPts val="5297"/>
              <a:buNone/>
              <a:defRPr b="1" sz="5297"/>
            </a:lvl8pPr>
            <a:lvl9pPr indent="-228600" lvl="8" marL="4114800" algn="l">
              <a:lnSpc>
                <a:spcPct val="90000"/>
              </a:lnSpc>
              <a:spcBef>
                <a:spcPts val="1655"/>
              </a:spcBef>
              <a:spcAft>
                <a:spcPts val="0"/>
              </a:spcAft>
              <a:buClr>
                <a:schemeClr val="dk1"/>
              </a:buClr>
              <a:buSzPts val="5297"/>
              <a:buNone/>
              <a:defRPr b="1" sz="5297"/>
            </a:lvl9pPr>
          </a:lstStyle>
          <a:p/>
        </p:txBody>
      </p:sp>
      <p:sp>
        <p:nvSpPr>
          <p:cNvPr id="39" name="Google Shape;39;p6"/>
          <p:cNvSpPr txBox="1"/>
          <p:nvPr>
            <p:ph idx="2" type="body"/>
          </p:nvPr>
        </p:nvSpPr>
        <p:spPr>
          <a:xfrm>
            <a:off x="2085368" y="15635264"/>
            <a:ext cx="12807832" cy="2299711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40" name="Google Shape;40;p6"/>
          <p:cNvSpPr txBox="1"/>
          <p:nvPr>
            <p:ph idx="3" type="body"/>
          </p:nvPr>
        </p:nvSpPr>
        <p:spPr>
          <a:xfrm>
            <a:off x="15326828" y="10492870"/>
            <a:ext cx="12870909" cy="514239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7946"/>
              <a:buNone/>
              <a:defRPr b="1" sz="7946"/>
            </a:lvl1pPr>
            <a:lvl2pPr indent="-228600" lvl="1" marL="914400" algn="l">
              <a:lnSpc>
                <a:spcPct val="90000"/>
              </a:lnSpc>
              <a:spcBef>
                <a:spcPts val="1655"/>
              </a:spcBef>
              <a:spcAft>
                <a:spcPts val="0"/>
              </a:spcAft>
              <a:buClr>
                <a:schemeClr val="dk1"/>
              </a:buClr>
              <a:buSzPts val="6622"/>
              <a:buNone/>
              <a:defRPr b="1" sz="6622"/>
            </a:lvl2pPr>
            <a:lvl3pPr indent="-228600" lvl="2" marL="1371600" algn="l">
              <a:lnSpc>
                <a:spcPct val="90000"/>
              </a:lnSpc>
              <a:spcBef>
                <a:spcPts val="1655"/>
              </a:spcBef>
              <a:spcAft>
                <a:spcPts val="0"/>
              </a:spcAft>
              <a:buClr>
                <a:schemeClr val="dk1"/>
              </a:buClr>
              <a:buSzPts val="5960"/>
              <a:buNone/>
              <a:defRPr b="1" sz="5960"/>
            </a:lvl3pPr>
            <a:lvl4pPr indent="-228600" lvl="3" marL="1828800" algn="l">
              <a:lnSpc>
                <a:spcPct val="90000"/>
              </a:lnSpc>
              <a:spcBef>
                <a:spcPts val="1655"/>
              </a:spcBef>
              <a:spcAft>
                <a:spcPts val="0"/>
              </a:spcAft>
              <a:buClr>
                <a:schemeClr val="dk1"/>
              </a:buClr>
              <a:buSzPts val="5297"/>
              <a:buNone/>
              <a:defRPr b="1" sz="5297"/>
            </a:lvl4pPr>
            <a:lvl5pPr indent="-228600" lvl="4" marL="2286000" algn="l">
              <a:lnSpc>
                <a:spcPct val="90000"/>
              </a:lnSpc>
              <a:spcBef>
                <a:spcPts val="1655"/>
              </a:spcBef>
              <a:spcAft>
                <a:spcPts val="0"/>
              </a:spcAft>
              <a:buClr>
                <a:schemeClr val="dk1"/>
              </a:buClr>
              <a:buSzPts val="5297"/>
              <a:buNone/>
              <a:defRPr b="1" sz="5297"/>
            </a:lvl5pPr>
            <a:lvl6pPr indent="-228600" lvl="5" marL="2743200" algn="l">
              <a:lnSpc>
                <a:spcPct val="90000"/>
              </a:lnSpc>
              <a:spcBef>
                <a:spcPts val="1655"/>
              </a:spcBef>
              <a:spcAft>
                <a:spcPts val="0"/>
              </a:spcAft>
              <a:buClr>
                <a:schemeClr val="dk1"/>
              </a:buClr>
              <a:buSzPts val="5297"/>
              <a:buNone/>
              <a:defRPr b="1" sz="5297"/>
            </a:lvl6pPr>
            <a:lvl7pPr indent="-228600" lvl="6" marL="3200400" algn="l">
              <a:lnSpc>
                <a:spcPct val="90000"/>
              </a:lnSpc>
              <a:spcBef>
                <a:spcPts val="1655"/>
              </a:spcBef>
              <a:spcAft>
                <a:spcPts val="0"/>
              </a:spcAft>
              <a:buClr>
                <a:schemeClr val="dk1"/>
              </a:buClr>
              <a:buSzPts val="5297"/>
              <a:buNone/>
              <a:defRPr b="1" sz="5297"/>
            </a:lvl7pPr>
            <a:lvl8pPr indent="-228600" lvl="7" marL="3657600" algn="l">
              <a:lnSpc>
                <a:spcPct val="90000"/>
              </a:lnSpc>
              <a:spcBef>
                <a:spcPts val="1655"/>
              </a:spcBef>
              <a:spcAft>
                <a:spcPts val="0"/>
              </a:spcAft>
              <a:buClr>
                <a:schemeClr val="dk1"/>
              </a:buClr>
              <a:buSzPts val="5297"/>
              <a:buNone/>
              <a:defRPr b="1" sz="5297"/>
            </a:lvl8pPr>
            <a:lvl9pPr indent="-228600" lvl="8" marL="4114800" algn="l">
              <a:lnSpc>
                <a:spcPct val="90000"/>
              </a:lnSpc>
              <a:spcBef>
                <a:spcPts val="1655"/>
              </a:spcBef>
              <a:spcAft>
                <a:spcPts val="0"/>
              </a:spcAft>
              <a:buClr>
                <a:schemeClr val="dk1"/>
              </a:buClr>
              <a:buSzPts val="5297"/>
              <a:buNone/>
              <a:defRPr b="1" sz="5297"/>
            </a:lvl9pPr>
          </a:lstStyle>
          <a:p/>
        </p:txBody>
      </p:sp>
      <p:sp>
        <p:nvSpPr>
          <p:cNvPr id="41" name="Google Shape;41;p6"/>
          <p:cNvSpPr txBox="1"/>
          <p:nvPr>
            <p:ph idx="4" type="body"/>
          </p:nvPr>
        </p:nvSpPr>
        <p:spPr>
          <a:xfrm>
            <a:off x="15326828" y="15635264"/>
            <a:ext cx="12870909" cy="2299711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42" name="Google Shape;42;p6"/>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2085364" y="2853584"/>
            <a:ext cx="9764544" cy="998754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595"/>
              <a:buFont typeface="Calibri"/>
              <a:buNone/>
              <a:defRPr sz="1059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12870909" y="6162959"/>
            <a:ext cx="15326827" cy="30418415"/>
          </a:xfrm>
          <a:prstGeom prst="rect">
            <a:avLst/>
          </a:prstGeom>
          <a:noFill/>
          <a:ln>
            <a:noFill/>
          </a:ln>
        </p:spPr>
        <p:txBody>
          <a:bodyPr anchorCtr="0" anchor="t" bIns="45700" lIns="91425" spcFirstLastPara="1" rIns="91425" wrap="square" tIns="45700">
            <a:normAutofit/>
          </a:bodyPr>
          <a:lstStyle>
            <a:lvl1pPr indent="-901382" lvl="0" marL="457200" algn="l">
              <a:lnSpc>
                <a:spcPct val="90000"/>
              </a:lnSpc>
              <a:spcBef>
                <a:spcPts val="3311"/>
              </a:spcBef>
              <a:spcAft>
                <a:spcPts val="0"/>
              </a:spcAft>
              <a:buClr>
                <a:schemeClr val="dk1"/>
              </a:buClr>
              <a:buSzPts val="10595"/>
              <a:buChar char="•"/>
              <a:defRPr sz="10595"/>
            </a:lvl1pPr>
            <a:lvl2pPr indent="-817308" lvl="1" marL="914400" algn="l">
              <a:lnSpc>
                <a:spcPct val="90000"/>
              </a:lnSpc>
              <a:spcBef>
                <a:spcPts val="1655"/>
              </a:spcBef>
              <a:spcAft>
                <a:spcPts val="0"/>
              </a:spcAft>
              <a:buClr>
                <a:schemeClr val="dk1"/>
              </a:buClr>
              <a:buSzPts val="9271"/>
              <a:buChar char="•"/>
              <a:defRPr sz="9271"/>
            </a:lvl2pPr>
            <a:lvl3pPr indent="-733171" lvl="2" marL="1371600" algn="l">
              <a:lnSpc>
                <a:spcPct val="90000"/>
              </a:lnSpc>
              <a:spcBef>
                <a:spcPts val="1655"/>
              </a:spcBef>
              <a:spcAft>
                <a:spcPts val="0"/>
              </a:spcAft>
              <a:buClr>
                <a:schemeClr val="dk1"/>
              </a:buClr>
              <a:buSzPts val="7946"/>
              <a:buChar char="•"/>
              <a:defRPr sz="7946"/>
            </a:lvl3pPr>
            <a:lvl4pPr indent="-649097" lvl="3" marL="1828800" algn="l">
              <a:lnSpc>
                <a:spcPct val="90000"/>
              </a:lnSpc>
              <a:spcBef>
                <a:spcPts val="1655"/>
              </a:spcBef>
              <a:spcAft>
                <a:spcPts val="0"/>
              </a:spcAft>
              <a:buClr>
                <a:schemeClr val="dk1"/>
              </a:buClr>
              <a:buSzPts val="6622"/>
              <a:buChar char="•"/>
              <a:defRPr sz="6622"/>
            </a:lvl4pPr>
            <a:lvl5pPr indent="-649097" lvl="4" marL="2286000" algn="l">
              <a:lnSpc>
                <a:spcPct val="90000"/>
              </a:lnSpc>
              <a:spcBef>
                <a:spcPts val="1655"/>
              </a:spcBef>
              <a:spcAft>
                <a:spcPts val="0"/>
              </a:spcAft>
              <a:buClr>
                <a:schemeClr val="dk1"/>
              </a:buClr>
              <a:buSzPts val="6622"/>
              <a:buChar char="•"/>
              <a:defRPr sz="6622"/>
            </a:lvl5pPr>
            <a:lvl6pPr indent="-649097" lvl="5" marL="2743200" algn="l">
              <a:lnSpc>
                <a:spcPct val="90000"/>
              </a:lnSpc>
              <a:spcBef>
                <a:spcPts val="1655"/>
              </a:spcBef>
              <a:spcAft>
                <a:spcPts val="0"/>
              </a:spcAft>
              <a:buClr>
                <a:schemeClr val="dk1"/>
              </a:buClr>
              <a:buSzPts val="6622"/>
              <a:buChar char="•"/>
              <a:defRPr sz="6622"/>
            </a:lvl6pPr>
            <a:lvl7pPr indent="-649097" lvl="6" marL="3200400" algn="l">
              <a:lnSpc>
                <a:spcPct val="90000"/>
              </a:lnSpc>
              <a:spcBef>
                <a:spcPts val="1655"/>
              </a:spcBef>
              <a:spcAft>
                <a:spcPts val="0"/>
              </a:spcAft>
              <a:buClr>
                <a:schemeClr val="dk1"/>
              </a:buClr>
              <a:buSzPts val="6622"/>
              <a:buChar char="•"/>
              <a:defRPr sz="6622"/>
            </a:lvl7pPr>
            <a:lvl8pPr indent="-649097" lvl="7" marL="3657600" algn="l">
              <a:lnSpc>
                <a:spcPct val="90000"/>
              </a:lnSpc>
              <a:spcBef>
                <a:spcPts val="1655"/>
              </a:spcBef>
              <a:spcAft>
                <a:spcPts val="0"/>
              </a:spcAft>
              <a:buClr>
                <a:schemeClr val="dk1"/>
              </a:buClr>
              <a:buSzPts val="6622"/>
              <a:buChar char="•"/>
              <a:defRPr sz="6622"/>
            </a:lvl8pPr>
            <a:lvl9pPr indent="-649096" lvl="8" marL="4114800" algn="l">
              <a:lnSpc>
                <a:spcPct val="90000"/>
              </a:lnSpc>
              <a:spcBef>
                <a:spcPts val="1655"/>
              </a:spcBef>
              <a:spcAft>
                <a:spcPts val="0"/>
              </a:spcAft>
              <a:buClr>
                <a:schemeClr val="dk1"/>
              </a:buClr>
              <a:buSzPts val="6622"/>
              <a:buChar char="•"/>
              <a:defRPr sz="6622"/>
            </a:lvl9pPr>
          </a:lstStyle>
          <a:p/>
        </p:txBody>
      </p:sp>
      <p:sp>
        <p:nvSpPr>
          <p:cNvPr id="57" name="Google Shape;57;p9"/>
          <p:cNvSpPr txBox="1"/>
          <p:nvPr>
            <p:ph idx="2" type="body"/>
          </p:nvPr>
        </p:nvSpPr>
        <p:spPr>
          <a:xfrm>
            <a:off x="2085364" y="12841129"/>
            <a:ext cx="9764544" cy="237897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5297"/>
              <a:buNone/>
              <a:defRPr sz="5297"/>
            </a:lvl1pPr>
            <a:lvl2pPr indent="-228600" lvl="1" marL="914400" algn="l">
              <a:lnSpc>
                <a:spcPct val="90000"/>
              </a:lnSpc>
              <a:spcBef>
                <a:spcPts val="1655"/>
              </a:spcBef>
              <a:spcAft>
                <a:spcPts val="0"/>
              </a:spcAft>
              <a:buClr>
                <a:schemeClr val="dk1"/>
              </a:buClr>
              <a:buSzPts val="4635"/>
              <a:buNone/>
              <a:defRPr sz="4635"/>
            </a:lvl2pPr>
            <a:lvl3pPr indent="-228600" lvl="2" marL="1371600" algn="l">
              <a:lnSpc>
                <a:spcPct val="90000"/>
              </a:lnSpc>
              <a:spcBef>
                <a:spcPts val="1655"/>
              </a:spcBef>
              <a:spcAft>
                <a:spcPts val="0"/>
              </a:spcAft>
              <a:buClr>
                <a:schemeClr val="dk1"/>
              </a:buClr>
              <a:buSzPts val="3973"/>
              <a:buNone/>
              <a:defRPr sz="3973"/>
            </a:lvl3pPr>
            <a:lvl4pPr indent="-228600" lvl="3" marL="1828800" algn="l">
              <a:lnSpc>
                <a:spcPct val="90000"/>
              </a:lnSpc>
              <a:spcBef>
                <a:spcPts val="1655"/>
              </a:spcBef>
              <a:spcAft>
                <a:spcPts val="0"/>
              </a:spcAft>
              <a:buClr>
                <a:schemeClr val="dk1"/>
              </a:buClr>
              <a:buSzPts val="3311"/>
              <a:buNone/>
              <a:defRPr sz="3311"/>
            </a:lvl4pPr>
            <a:lvl5pPr indent="-228600" lvl="4" marL="2286000" algn="l">
              <a:lnSpc>
                <a:spcPct val="90000"/>
              </a:lnSpc>
              <a:spcBef>
                <a:spcPts val="1655"/>
              </a:spcBef>
              <a:spcAft>
                <a:spcPts val="0"/>
              </a:spcAft>
              <a:buClr>
                <a:schemeClr val="dk1"/>
              </a:buClr>
              <a:buSzPts val="3311"/>
              <a:buNone/>
              <a:defRPr sz="3311"/>
            </a:lvl5pPr>
            <a:lvl6pPr indent="-228600" lvl="5" marL="2743200" algn="l">
              <a:lnSpc>
                <a:spcPct val="90000"/>
              </a:lnSpc>
              <a:spcBef>
                <a:spcPts val="1655"/>
              </a:spcBef>
              <a:spcAft>
                <a:spcPts val="0"/>
              </a:spcAft>
              <a:buClr>
                <a:schemeClr val="dk1"/>
              </a:buClr>
              <a:buSzPts val="3311"/>
              <a:buNone/>
              <a:defRPr sz="3311"/>
            </a:lvl6pPr>
            <a:lvl7pPr indent="-228600" lvl="6" marL="3200400" algn="l">
              <a:lnSpc>
                <a:spcPct val="90000"/>
              </a:lnSpc>
              <a:spcBef>
                <a:spcPts val="1655"/>
              </a:spcBef>
              <a:spcAft>
                <a:spcPts val="0"/>
              </a:spcAft>
              <a:buClr>
                <a:schemeClr val="dk1"/>
              </a:buClr>
              <a:buSzPts val="3311"/>
              <a:buNone/>
              <a:defRPr sz="3311"/>
            </a:lvl7pPr>
            <a:lvl8pPr indent="-228600" lvl="7" marL="3657600" algn="l">
              <a:lnSpc>
                <a:spcPct val="90000"/>
              </a:lnSpc>
              <a:spcBef>
                <a:spcPts val="1655"/>
              </a:spcBef>
              <a:spcAft>
                <a:spcPts val="0"/>
              </a:spcAft>
              <a:buClr>
                <a:schemeClr val="dk1"/>
              </a:buClr>
              <a:buSzPts val="3311"/>
              <a:buNone/>
              <a:defRPr sz="3311"/>
            </a:lvl8pPr>
            <a:lvl9pPr indent="-228600" lvl="8" marL="4114800" algn="l">
              <a:lnSpc>
                <a:spcPct val="90000"/>
              </a:lnSpc>
              <a:spcBef>
                <a:spcPts val="1655"/>
              </a:spcBef>
              <a:spcAft>
                <a:spcPts val="0"/>
              </a:spcAft>
              <a:buClr>
                <a:schemeClr val="dk1"/>
              </a:buClr>
              <a:buSzPts val="3311"/>
              <a:buNone/>
              <a:defRPr sz="3311"/>
            </a:lvl9pPr>
          </a:lstStyle>
          <a:p/>
        </p:txBody>
      </p:sp>
      <p:sp>
        <p:nvSpPr>
          <p:cNvPr id="58" name="Google Shape;58;p9"/>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2085364" y="2853584"/>
            <a:ext cx="9764544" cy="998754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0595"/>
              <a:buFont typeface="Calibri"/>
              <a:buNone/>
              <a:defRPr sz="1059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2870909" y="6162959"/>
            <a:ext cx="15326827" cy="30418415"/>
          </a:xfrm>
          <a:prstGeom prst="rect">
            <a:avLst/>
          </a:prstGeom>
          <a:noFill/>
          <a:ln>
            <a:noFill/>
          </a:ln>
        </p:spPr>
      </p:sp>
      <p:sp>
        <p:nvSpPr>
          <p:cNvPr id="64" name="Google Shape;64;p10"/>
          <p:cNvSpPr txBox="1"/>
          <p:nvPr>
            <p:ph idx="1" type="body"/>
          </p:nvPr>
        </p:nvSpPr>
        <p:spPr>
          <a:xfrm>
            <a:off x="2085364" y="12841129"/>
            <a:ext cx="9764544" cy="237897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311"/>
              </a:spcBef>
              <a:spcAft>
                <a:spcPts val="0"/>
              </a:spcAft>
              <a:buClr>
                <a:schemeClr val="dk1"/>
              </a:buClr>
              <a:buSzPts val="5297"/>
              <a:buNone/>
              <a:defRPr sz="5297"/>
            </a:lvl1pPr>
            <a:lvl2pPr indent="-228600" lvl="1" marL="914400" algn="l">
              <a:lnSpc>
                <a:spcPct val="90000"/>
              </a:lnSpc>
              <a:spcBef>
                <a:spcPts val="1655"/>
              </a:spcBef>
              <a:spcAft>
                <a:spcPts val="0"/>
              </a:spcAft>
              <a:buClr>
                <a:schemeClr val="dk1"/>
              </a:buClr>
              <a:buSzPts val="4635"/>
              <a:buNone/>
              <a:defRPr sz="4635"/>
            </a:lvl2pPr>
            <a:lvl3pPr indent="-228600" lvl="2" marL="1371600" algn="l">
              <a:lnSpc>
                <a:spcPct val="90000"/>
              </a:lnSpc>
              <a:spcBef>
                <a:spcPts val="1655"/>
              </a:spcBef>
              <a:spcAft>
                <a:spcPts val="0"/>
              </a:spcAft>
              <a:buClr>
                <a:schemeClr val="dk1"/>
              </a:buClr>
              <a:buSzPts val="3973"/>
              <a:buNone/>
              <a:defRPr sz="3973"/>
            </a:lvl3pPr>
            <a:lvl4pPr indent="-228600" lvl="3" marL="1828800" algn="l">
              <a:lnSpc>
                <a:spcPct val="90000"/>
              </a:lnSpc>
              <a:spcBef>
                <a:spcPts val="1655"/>
              </a:spcBef>
              <a:spcAft>
                <a:spcPts val="0"/>
              </a:spcAft>
              <a:buClr>
                <a:schemeClr val="dk1"/>
              </a:buClr>
              <a:buSzPts val="3311"/>
              <a:buNone/>
              <a:defRPr sz="3311"/>
            </a:lvl4pPr>
            <a:lvl5pPr indent="-228600" lvl="4" marL="2286000" algn="l">
              <a:lnSpc>
                <a:spcPct val="90000"/>
              </a:lnSpc>
              <a:spcBef>
                <a:spcPts val="1655"/>
              </a:spcBef>
              <a:spcAft>
                <a:spcPts val="0"/>
              </a:spcAft>
              <a:buClr>
                <a:schemeClr val="dk1"/>
              </a:buClr>
              <a:buSzPts val="3311"/>
              <a:buNone/>
              <a:defRPr sz="3311"/>
            </a:lvl5pPr>
            <a:lvl6pPr indent="-228600" lvl="5" marL="2743200" algn="l">
              <a:lnSpc>
                <a:spcPct val="90000"/>
              </a:lnSpc>
              <a:spcBef>
                <a:spcPts val="1655"/>
              </a:spcBef>
              <a:spcAft>
                <a:spcPts val="0"/>
              </a:spcAft>
              <a:buClr>
                <a:schemeClr val="dk1"/>
              </a:buClr>
              <a:buSzPts val="3311"/>
              <a:buNone/>
              <a:defRPr sz="3311"/>
            </a:lvl6pPr>
            <a:lvl7pPr indent="-228600" lvl="6" marL="3200400" algn="l">
              <a:lnSpc>
                <a:spcPct val="90000"/>
              </a:lnSpc>
              <a:spcBef>
                <a:spcPts val="1655"/>
              </a:spcBef>
              <a:spcAft>
                <a:spcPts val="0"/>
              </a:spcAft>
              <a:buClr>
                <a:schemeClr val="dk1"/>
              </a:buClr>
              <a:buSzPts val="3311"/>
              <a:buNone/>
              <a:defRPr sz="3311"/>
            </a:lvl7pPr>
            <a:lvl8pPr indent="-228600" lvl="7" marL="3657600" algn="l">
              <a:lnSpc>
                <a:spcPct val="90000"/>
              </a:lnSpc>
              <a:spcBef>
                <a:spcPts val="1655"/>
              </a:spcBef>
              <a:spcAft>
                <a:spcPts val="0"/>
              </a:spcAft>
              <a:buClr>
                <a:schemeClr val="dk1"/>
              </a:buClr>
              <a:buSzPts val="3311"/>
              <a:buNone/>
              <a:defRPr sz="3311"/>
            </a:lvl8pPr>
            <a:lvl9pPr indent="-228600" lvl="8" marL="4114800" algn="l">
              <a:lnSpc>
                <a:spcPct val="90000"/>
              </a:lnSpc>
              <a:spcBef>
                <a:spcPts val="1655"/>
              </a:spcBef>
              <a:spcAft>
                <a:spcPts val="0"/>
              </a:spcAft>
              <a:buClr>
                <a:schemeClr val="dk1"/>
              </a:buClr>
              <a:buSzPts val="3311"/>
              <a:buNone/>
              <a:defRPr sz="3311"/>
            </a:lvl9pPr>
          </a:lstStyle>
          <a:p/>
        </p:txBody>
      </p:sp>
      <p:sp>
        <p:nvSpPr>
          <p:cNvPr id="65" name="Google Shape;65;p10"/>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1558310" y="11917631"/>
            <a:ext cx="27158594" cy="261123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71" name="Google Shape;71;p11"/>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6792642" y="17151963"/>
            <a:ext cx="36274211" cy="652809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6452763" y="10813091"/>
            <a:ext cx="36274211" cy="192058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311"/>
              </a:spcBef>
              <a:spcAft>
                <a:spcPts val="0"/>
              </a:spcAft>
              <a:buClr>
                <a:schemeClr val="dk1"/>
              </a:buClr>
              <a:buSzPts val="1800"/>
              <a:buChar char="•"/>
              <a:defRPr/>
            </a:lvl1pPr>
            <a:lvl2pPr indent="-342900" lvl="1" marL="914400" algn="l">
              <a:lnSpc>
                <a:spcPct val="90000"/>
              </a:lnSpc>
              <a:spcBef>
                <a:spcPts val="1655"/>
              </a:spcBef>
              <a:spcAft>
                <a:spcPts val="0"/>
              </a:spcAft>
              <a:buClr>
                <a:schemeClr val="dk1"/>
              </a:buClr>
              <a:buSzPts val="1800"/>
              <a:buChar char="•"/>
              <a:defRPr/>
            </a:lvl2pPr>
            <a:lvl3pPr indent="-342900" lvl="2" marL="1371600" algn="l">
              <a:lnSpc>
                <a:spcPct val="90000"/>
              </a:lnSpc>
              <a:spcBef>
                <a:spcPts val="1655"/>
              </a:spcBef>
              <a:spcAft>
                <a:spcPts val="0"/>
              </a:spcAft>
              <a:buClr>
                <a:schemeClr val="dk1"/>
              </a:buClr>
              <a:buSzPts val="1800"/>
              <a:buChar char="•"/>
              <a:defRPr/>
            </a:lvl3pPr>
            <a:lvl4pPr indent="-342900" lvl="3" marL="1828800" algn="l">
              <a:lnSpc>
                <a:spcPct val="90000"/>
              </a:lnSpc>
              <a:spcBef>
                <a:spcPts val="1655"/>
              </a:spcBef>
              <a:spcAft>
                <a:spcPts val="0"/>
              </a:spcAft>
              <a:buClr>
                <a:schemeClr val="dk1"/>
              </a:buClr>
              <a:buSzPts val="1800"/>
              <a:buChar char="•"/>
              <a:defRPr/>
            </a:lvl4pPr>
            <a:lvl5pPr indent="-342900" lvl="4" marL="2286000" algn="l">
              <a:lnSpc>
                <a:spcPct val="90000"/>
              </a:lnSpc>
              <a:spcBef>
                <a:spcPts val="1655"/>
              </a:spcBef>
              <a:spcAft>
                <a:spcPts val="0"/>
              </a:spcAft>
              <a:buClr>
                <a:schemeClr val="dk1"/>
              </a:buClr>
              <a:buSzPts val="1800"/>
              <a:buChar char="•"/>
              <a:defRPr/>
            </a:lvl5pPr>
            <a:lvl6pPr indent="-342900" lvl="5" marL="2743200" algn="l">
              <a:lnSpc>
                <a:spcPct val="90000"/>
              </a:lnSpc>
              <a:spcBef>
                <a:spcPts val="1655"/>
              </a:spcBef>
              <a:spcAft>
                <a:spcPts val="0"/>
              </a:spcAft>
              <a:buClr>
                <a:schemeClr val="dk1"/>
              </a:buClr>
              <a:buSzPts val="1800"/>
              <a:buChar char="•"/>
              <a:defRPr/>
            </a:lvl6pPr>
            <a:lvl7pPr indent="-342900" lvl="6" marL="3200400" algn="l">
              <a:lnSpc>
                <a:spcPct val="90000"/>
              </a:lnSpc>
              <a:spcBef>
                <a:spcPts val="1655"/>
              </a:spcBef>
              <a:spcAft>
                <a:spcPts val="0"/>
              </a:spcAft>
              <a:buClr>
                <a:schemeClr val="dk1"/>
              </a:buClr>
              <a:buSzPts val="1800"/>
              <a:buChar char="•"/>
              <a:defRPr/>
            </a:lvl7pPr>
            <a:lvl8pPr indent="-342900" lvl="7" marL="3657600" algn="l">
              <a:lnSpc>
                <a:spcPct val="90000"/>
              </a:lnSpc>
              <a:spcBef>
                <a:spcPts val="1655"/>
              </a:spcBef>
              <a:spcAft>
                <a:spcPts val="0"/>
              </a:spcAft>
              <a:buClr>
                <a:schemeClr val="dk1"/>
              </a:buClr>
              <a:buSzPts val="1800"/>
              <a:buChar char="•"/>
              <a:defRPr/>
            </a:lvl8pPr>
            <a:lvl9pPr indent="-342900" lvl="8" marL="4114800" algn="l">
              <a:lnSpc>
                <a:spcPct val="90000"/>
              </a:lnSpc>
              <a:spcBef>
                <a:spcPts val="1655"/>
              </a:spcBef>
              <a:spcAft>
                <a:spcPts val="0"/>
              </a:spcAft>
              <a:buClr>
                <a:schemeClr val="dk1"/>
              </a:buClr>
              <a:buSzPts val="1800"/>
              <a:buChar char="•"/>
              <a:defRPr/>
            </a:lvl9pPr>
          </a:lstStyle>
          <a:p/>
        </p:txBody>
      </p:sp>
      <p:sp>
        <p:nvSpPr>
          <p:cNvPr id="77" name="Google Shape;77;p12"/>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081421" y="2278913"/>
            <a:ext cx="26112371" cy="827341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4568"/>
              <a:buFont typeface="Calibri"/>
              <a:buNone/>
              <a:defRPr b="0" i="0" sz="14567"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2081421" y="11394520"/>
            <a:ext cx="26112371" cy="27158594"/>
          </a:xfrm>
          <a:prstGeom prst="rect">
            <a:avLst/>
          </a:prstGeom>
          <a:noFill/>
          <a:ln>
            <a:noFill/>
          </a:ln>
        </p:spPr>
        <p:txBody>
          <a:bodyPr anchorCtr="0" anchor="t" bIns="45700" lIns="91425" spcFirstLastPara="1" rIns="91425" wrap="square" tIns="45700">
            <a:normAutofit/>
          </a:bodyPr>
          <a:lstStyle>
            <a:lvl1pPr indent="-817308" lvl="0" marL="457200" marR="0" rtl="0" algn="l">
              <a:lnSpc>
                <a:spcPct val="90000"/>
              </a:lnSpc>
              <a:spcBef>
                <a:spcPts val="3311"/>
              </a:spcBef>
              <a:spcAft>
                <a:spcPts val="0"/>
              </a:spcAft>
              <a:buClr>
                <a:schemeClr val="dk1"/>
              </a:buClr>
              <a:buSzPts val="9271"/>
              <a:buFont typeface="Arial"/>
              <a:buChar char="•"/>
              <a:defRPr b="0" i="0" sz="9271" u="none" cap="none" strike="noStrike">
                <a:solidFill>
                  <a:schemeClr val="dk1"/>
                </a:solidFill>
                <a:latin typeface="Calibri"/>
                <a:ea typeface="Calibri"/>
                <a:cs typeface="Calibri"/>
                <a:sym typeface="Calibri"/>
              </a:defRPr>
            </a:lvl1pPr>
            <a:lvl2pPr indent="-733171" lvl="1" marL="914400" marR="0" rtl="0" algn="l">
              <a:lnSpc>
                <a:spcPct val="90000"/>
              </a:lnSpc>
              <a:spcBef>
                <a:spcPts val="1655"/>
              </a:spcBef>
              <a:spcAft>
                <a:spcPts val="0"/>
              </a:spcAft>
              <a:buClr>
                <a:schemeClr val="dk1"/>
              </a:buClr>
              <a:buSzPts val="7946"/>
              <a:buFont typeface="Arial"/>
              <a:buChar char="•"/>
              <a:defRPr b="0" i="0" sz="7946" u="none" cap="none" strike="noStrike">
                <a:solidFill>
                  <a:schemeClr val="dk1"/>
                </a:solidFill>
                <a:latin typeface="Calibri"/>
                <a:ea typeface="Calibri"/>
                <a:cs typeface="Calibri"/>
                <a:sym typeface="Calibri"/>
              </a:defRPr>
            </a:lvl2pPr>
            <a:lvl3pPr indent="-649097" lvl="2" marL="1371600" marR="0" rtl="0" algn="l">
              <a:lnSpc>
                <a:spcPct val="90000"/>
              </a:lnSpc>
              <a:spcBef>
                <a:spcPts val="1655"/>
              </a:spcBef>
              <a:spcAft>
                <a:spcPts val="0"/>
              </a:spcAft>
              <a:buClr>
                <a:schemeClr val="dk1"/>
              </a:buClr>
              <a:buSzPts val="6622"/>
              <a:buFont typeface="Arial"/>
              <a:buChar char="•"/>
              <a:defRPr b="0" i="0" sz="6622" u="none" cap="none" strike="noStrike">
                <a:solidFill>
                  <a:schemeClr val="dk1"/>
                </a:solidFill>
                <a:latin typeface="Calibri"/>
                <a:ea typeface="Calibri"/>
                <a:cs typeface="Calibri"/>
                <a:sym typeface="Calibri"/>
              </a:defRPr>
            </a:lvl3pPr>
            <a:lvl4pPr indent="-607060" lvl="3" marL="1828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4pPr>
            <a:lvl5pPr indent="-607060" lvl="4" marL="22860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5pPr>
            <a:lvl6pPr indent="-607060" lvl="5" marL="27432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6pPr>
            <a:lvl7pPr indent="-607060" lvl="6" marL="32004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7pPr>
            <a:lvl8pPr indent="-607060" lvl="7" marL="36576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8pPr>
            <a:lvl9pPr indent="-607059" lvl="8" marL="4114800" marR="0" rtl="0" algn="l">
              <a:lnSpc>
                <a:spcPct val="90000"/>
              </a:lnSpc>
              <a:spcBef>
                <a:spcPts val="1655"/>
              </a:spcBef>
              <a:spcAft>
                <a:spcPts val="0"/>
              </a:spcAft>
              <a:buClr>
                <a:schemeClr val="dk1"/>
              </a:buClr>
              <a:buSzPts val="5960"/>
              <a:buFont typeface="Arial"/>
              <a:buChar char="•"/>
              <a:defRPr b="0" i="0" sz="596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2081421" y="39672756"/>
            <a:ext cx="6811923" cy="227890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973"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0028665" y="39672756"/>
            <a:ext cx="10217884" cy="227890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973"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21381869" y="39672756"/>
            <a:ext cx="6811923" cy="227890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3973" u="none" cap="none" strike="noStrike">
                <a:solidFill>
                  <a:srgbClr val="888888"/>
                </a:solidFill>
                <a:latin typeface="Calibri"/>
                <a:ea typeface="Calibri"/>
                <a:cs typeface="Calibri"/>
                <a:sym typeface="Calibri"/>
              </a:defRPr>
            </a:lvl1pPr>
            <a:lvl2pPr indent="0" lvl="1" marL="0" marR="0" rtl="0" algn="r">
              <a:spcBef>
                <a:spcPts val="0"/>
              </a:spcBef>
              <a:buNone/>
              <a:defRPr b="0" i="0" sz="3973" u="none" cap="none" strike="noStrike">
                <a:solidFill>
                  <a:srgbClr val="888888"/>
                </a:solidFill>
                <a:latin typeface="Calibri"/>
                <a:ea typeface="Calibri"/>
                <a:cs typeface="Calibri"/>
                <a:sym typeface="Calibri"/>
              </a:defRPr>
            </a:lvl2pPr>
            <a:lvl3pPr indent="0" lvl="2" marL="0" marR="0" rtl="0" algn="r">
              <a:spcBef>
                <a:spcPts val="0"/>
              </a:spcBef>
              <a:buNone/>
              <a:defRPr b="0" i="0" sz="3973" u="none" cap="none" strike="noStrike">
                <a:solidFill>
                  <a:srgbClr val="888888"/>
                </a:solidFill>
                <a:latin typeface="Calibri"/>
                <a:ea typeface="Calibri"/>
                <a:cs typeface="Calibri"/>
                <a:sym typeface="Calibri"/>
              </a:defRPr>
            </a:lvl3pPr>
            <a:lvl4pPr indent="0" lvl="3" marL="0" marR="0" rtl="0" algn="r">
              <a:spcBef>
                <a:spcPts val="0"/>
              </a:spcBef>
              <a:buNone/>
              <a:defRPr b="0" i="0" sz="3973" u="none" cap="none" strike="noStrike">
                <a:solidFill>
                  <a:srgbClr val="888888"/>
                </a:solidFill>
                <a:latin typeface="Calibri"/>
                <a:ea typeface="Calibri"/>
                <a:cs typeface="Calibri"/>
                <a:sym typeface="Calibri"/>
              </a:defRPr>
            </a:lvl4pPr>
            <a:lvl5pPr indent="0" lvl="4" marL="0" marR="0" rtl="0" algn="r">
              <a:spcBef>
                <a:spcPts val="0"/>
              </a:spcBef>
              <a:buNone/>
              <a:defRPr b="0" i="0" sz="3973" u="none" cap="none" strike="noStrike">
                <a:solidFill>
                  <a:srgbClr val="888888"/>
                </a:solidFill>
                <a:latin typeface="Calibri"/>
                <a:ea typeface="Calibri"/>
                <a:cs typeface="Calibri"/>
                <a:sym typeface="Calibri"/>
              </a:defRPr>
            </a:lvl5pPr>
            <a:lvl6pPr indent="0" lvl="5" marL="0" marR="0" rtl="0" algn="r">
              <a:spcBef>
                <a:spcPts val="0"/>
              </a:spcBef>
              <a:buNone/>
              <a:defRPr b="0" i="0" sz="3973" u="none" cap="none" strike="noStrike">
                <a:solidFill>
                  <a:srgbClr val="888888"/>
                </a:solidFill>
                <a:latin typeface="Calibri"/>
                <a:ea typeface="Calibri"/>
                <a:cs typeface="Calibri"/>
                <a:sym typeface="Calibri"/>
              </a:defRPr>
            </a:lvl6pPr>
            <a:lvl7pPr indent="0" lvl="6" marL="0" marR="0" rtl="0" algn="r">
              <a:spcBef>
                <a:spcPts val="0"/>
              </a:spcBef>
              <a:buNone/>
              <a:defRPr b="0" i="0" sz="3973" u="none" cap="none" strike="noStrike">
                <a:solidFill>
                  <a:srgbClr val="888888"/>
                </a:solidFill>
                <a:latin typeface="Calibri"/>
                <a:ea typeface="Calibri"/>
                <a:cs typeface="Calibri"/>
                <a:sym typeface="Calibri"/>
              </a:defRPr>
            </a:lvl7pPr>
            <a:lvl8pPr indent="0" lvl="7" marL="0" marR="0" rtl="0" algn="r">
              <a:spcBef>
                <a:spcPts val="0"/>
              </a:spcBef>
              <a:buNone/>
              <a:defRPr b="0" i="0" sz="3973" u="none" cap="none" strike="noStrike">
                <a:solidFill>
                  <a:srgbClr val="888888"/>
                </a:solidFill>
                <a:latin typeface="Calibri"/>
                <a:ea typeface="Calibri"/>
                <a:cs typeface="Calibri"/>
                <a:sym typeface="Calibri"/>
              </a:defRPr>
            </a:lvl8pPr>
            <a:lvl9pPr indent="0" lvl="8" marL="0" marR="0" rtl="0" algn="r">
              <a:spcBef>
                <a:spcPts val="0"/>
              </a:spcBef>
              <a:buNone/>
              <a:defRPr b="0" i="0" sz="397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FAD"/>
        </a:solidFill>
      </p:bgPr>
    </p:bg>
    <p:spTree>
      <p:nvGrpSpPr>
        <p:cNvPr id="83" name="Shape 83"/>
        <p:cNvGrpSpPr/>
        <p:nvPr/>
      </p:nvGrpSpPr>
      <p:grpSpPr>
        <a:xfrm>
          <a:off x="0" y="0"/>
          <a:ext cx="0" cy="0"/>
          <a:chOff x="0" y="0"/>
          <a:chExt cx="0" cy="0"/>
        </a:xfrm>
      </p:grpSpPr>
      <p:sp>
        <p:nvSpPr>
          <p:cNvPr id="84" name="Google Shape;84;p13"/>
          <p:cNvSpPr/>
          <p:nvPr/>
        </p:nvSpPr>
        <p:spPr>
          <a:xfrm>
            <a:off x="0" y="0"/>
            <a:ext cx="30275213" cy="8879305"/>
          </a:xfrm>
          <a:prstGeom prst="rect">
            <a:avLst/>
          </a:prstGeom>
          <a:solidFill>
            <a:srgbClr val="FFCD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C28800"/>
              </a:solidFill>
              <a:latin typeface="Arial"/>
              <a:ea typeface="Arial"/>
              <a:cs typeface="Arial"/>
              <a:sym typeface="Arial"/>
            </a:endParaRPr>
          </a:p>
        </p:txBody>
      </p:sp>
      <p:sp>
        <p:nvSpPr>
          <p:cNvPr id="85" name="Google Shape;85;p13"/>
          <p:cNvSpPr txBox="1"/>
          <p:nvPr/>
        </p:nvSpPr>
        <p:spPr>
          <a:xfrm>
            <a:off x="4457391" y="2973259"/>
            <a:ext cx="21360300" cy="2801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8800" u="none" cap="none" strike="noStrike">
                <a:solidFill>
                  <a:srgbClr val="946300"/>
                </a:solidFill>
                <a:latin typeface="Arial"/>
                <a:ea typeface="Arial"/>
                <a:cs typeface="Arial"/>
                <a:sym typeface="Arial"/>
              </a:rPr>
              <a:t>프로젝트명을 입력해주세요.</a:t>
            </a:r>
            <a:endParaRPr/>
          </a:p>
          <a:p>
            <a:pPr indent="0" lvl="0" marL="0" marR="0" rtl="0" algn="ctr">
              <a:spcBef>
                <a:spcPts val="0"/>
              </a:spcBef>
              <a:spcAft>
                <a:spcPts val="0"/>
              </a:spcAft>
              <a:buNone/>
            </a:pPr>
            <a:r>
              <a:rPr b="1" i="0" lang="en-US" sz="8800" u="none" cap="none" strike="noStrike">
                <a:solidFill>
                  <a:srgbClr val="946300"/>
                </a:solidFill>
                <a:latin typeface="Arial"/>
                <a:ea typeface="Arial"/>
                <a:cs typeface="Arial"/>
                <a:sym typeface="Arial"/>
              </a:rPr>
              <a:t>Please enter the project name here.</a:t>
            </a:r>
            <a:endParaRPr b="1" i="0" sz="8800" u="none" cap="none" strike="noStrike">
              <a:solidFill>
                <a:srgbClr val="946300"/>
              </a:solidFill>
              <a:latin typeface="Arial"/>
              <a:ea typeface="Arial"/>
              <a:cs typeface="Arial"/>
              <a:sym typeface="Arial"/>
            </a:endParaRPr>
          </a:p>
        </p:txBody>
      </p:sp>
      <p:sp>
        <p:nvSpPr>
          <p:cNvPr id="86" name="Google Shape;86;p13"/>
          <p:cNvSpPr txBox="1"/>
          <p:nvPr/>
        </p:nvSpPr>
        <p:spPr>
          <a:xfrm>
            <a:off x="4457391" y="7063184"/>
            <a:ext cx="213603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000" u="none" cap="none" strike="noStrike">
                <a:solidFill>
                  <a:srgbClr val="946300"/>
                </a:solidFill>
                <a:latin typeface="Calibri"/>
                <a:ea typeface="Calibri"/>
                <a:cs typeface="Calibri"/>
                <a:sym typeface="Calibri"/>
              </a:rPr>
              <a:t>팀원 이름을 입력해주세요. </a:t>
            </a:r>
            <a:endParaRPr/>
          </a:p>
        </p:txBody>
      </p:sp>
      <p:sp>
        <p:nvSpPr>
          <p:cNvPr id="87" name="Google Shape;87;p13"/>
          <p:cNvSpPr txBox="1"/>
          <p:nvPr/>
        </p:nvSpPr>
        <p:spPr>
          <a:xfrm>
            <a:off x="4457391" y="6229146"/>
            <a:ext cx="213603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800" u="none" cap="none" strike="noStrike">
                <a:solidFill>
                  <a:srgbClr val="946300"/>
                </a:solidFill>
                <a:latin typeface="Arial"/>
                <a:ea typeface="Arial"/>
                <a:cs typeface="Arial"/>
                <a:sym typeface="Arial"/>
              </a:rPr>
              <a:t>팀 이름을 입력해주세요.</a:t>
            </a:r>
            <a:endParaRPr/>
          </a:p>
        </p:txBody>
      </p:sp>
      <p:grpSp>
        <p:nvGrpSpPr>
          <p:cNvPr id="88" name="Google Shape;88;p13"/>
          <p:cNvGrpSpPr/>
          <p:nvPr/>
        </p:nvGrpSpPr>
        <p:grpSpPr>
          <a:xfrm>
            <a:off x="918400" y="10666484"/>
            <a:ext cx="13388913" cy="1200150"/>
            <a:chOff x="918400" y="9983727"/>
            <a:chExt cx="13374401" cy="1200150"/>
          </a:xfrm>
        </p:grpSpPr>
        <p:sp>
          <p:nvSpPr>
            <p:cNvPr id="89" name="Google Shape;89;p13"/>
            <p:cNvSpPr/>
            <p:nvPr/>
          </p:nvSpPr>
          <p:spPr>
            <a:xfrm>
              <a:off x="918400" y="9983727"/>
              <a:ext cx="13374401" cy="1200150"/>
            </a:xfrm>
            <a:prstGeom prst="rect">
              <a:avLst/>
            </a:prstGeom>
            <a:solidFill>
              <a:srgbClr val="FFCD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46300"/>
                </a:solidFill>
                <a:latin typeface="Arial"/>
                <a:ea typeface="Arial"/>
                <a:cs typeface="Arial"/>
                <a:sym typeface="Arial"/>
              </a:endParaRPr>
            </a:p>
          </p:txBody>
        </p:sp>
        <p:sp>
          <p:nvSpPr>
            <p:cNvPr id="90" name="Google Shape;90;p13"/>
            <p:cNvSpPr txBox="1"/>
            <p:nvPr/>
          </p:nvSpPr>
          <p:spPr>
            <a:xfrm>
              <a:off x="1281175" y="10162107"/>
              <a:ext cx="1203251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946300"/>
                  </a:solidFill>
                  <a:latin typeface="Arial"/>
                  <a:ea typeface="Arial"/>
                  <a:cs typeface="Arial"/>
                  <a:sym typeface="Arial"/>
                </a:rPr>
                <a:t>1. 프로젝트 개요</a:t>
              </a:r>
              <a:endParaRPr sz="4800">
                <a:solidFill>
                  <a:srgbClr val="946300"/>
                </a:solidFill>
                <a:latin typeface="Arial"/>
                <a:ea typeface="Arial"/>
                <a:cs typeface="Arial"/>
                <a:sym typeface="Arial"/>
              </a:endParaRPr>
            </a:p>
          </p:txBody>
        </p:sp>
      </p:grpSp>
      <p:sp>
        <p:nvSpPr>
          <p:cNvPr id="91" name="Google Shape;91;p13"/>
          <p:cNvSpPr txBox="1"/>
          <p:nvPr/>
        </p:nvSpPr>
        <p:spPr>
          <a:xfrm>
            <a:off x="16535400" y="12366757"/>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13"/>
          <p:cNvSpPr/>
          <p:nvPr/>
        </p:nvSpPr>
        <p:spPr>
          <a:xfrm>
            <a:off x="918400" y="11866633"/>
            <a:ext cx="13388913" cy="12766369"/>
          </a:xfrm>
          <a:prstGeom prst="rect">
            <a:avLst/>
          </a:prstGeom>
          <a:solidFill>
            <a:schemeClr val="lt1"/>
          </a:solidFill>
          <a:ln>
            <a:noFill/>
          </a:ln>
        </p:spPr>
        <p:txBody>
          <a:bodyPr anchorCtr="0" anchor="ctr" bIns="648000" lIns="648000" spcFirstLastPara="1" rIns="648000" wrap="square" tIns="648000">
            <a:noAutofit/>
          </a:bodyPr>
          <a:lstStyle/>
          <a:p>
            <a:pPr indent="0" lvl="0" marL="0" marR="0" rtl="0" algn="l">
              <a:lnSpc>
                <a:spcPct val="143750"/>
              </a:lnSpc>
              <a:spcBef>
                <a:spcPts val="0"/>
              </a:spcBef>
              <a:spcAft>
                <a:spcPts val="0"/>
              </a:spcAft>
              <a:buNone/>
            </a:pPr>
            <a:r>
              <a:rPr lang="en-US" sz="3200">
                <a:solidFill>
                  <a:srgbClr val="333333"/>
                </a:solidFill>
                <a:latin typeface="Arial"/>
                <a:ea typeface="Arial"/>
                <a:cs typeface="Arial"/>
                <a:sym typeface="Arial"/>
              </a:rPr>
              <a:t>Lorem ipsum dolor sit amet, consectetur adipiscing elit, sed do eiusmod tempor incididunt ut labore et dolore magna aliqua. Nisl tincidunt eget nullam non. Quis hendrerit dolor magna eget est lorem ipsum dolor sit. </a:t>
            </a:r>
            <a:r>
              <a:rPr lang="en-US" sz="3200">
                <a:solidFill>
                  <a:srgbClr val="333333"/>
                </a:solidFill>
                <a:latin typeface="Arial"/>
                <a:ea typeface="Arial"/>
                <a:cs typeface="Arial"/>
                <a:sym typeface="Arial"/>
              </a:rPr>
              <a:t>Volutpat </a:t>
            </a:r>
            <a:r>
              <a:rPr lang="en-US" sz="3200">
                <a:solidFill>
                  <a:srgbClr val="333333"/>
                </a:solidFill>
                <a:latin typeface="Arial"/>
                <a:ea typeface="Arial"/>
                <a:cs typeface="Arial"/>
                <a:sym typeface="Arial"/>
              </a:rPr>
              <a:t>odio facilisis mauris sit amet massa. Commodo odio aenean sed adipiscing diam donec adipiscing tristique. Mi eget mauris pharetra et. Non tellus orci ac auctor augue. Elit at imperdiet dui accumsan sit.</a:t>
            </a:r>
            <a:br>
              <a:rPr lang="en-US" sz="3200">
                <a:solidFill>
                  <a:schemeClr val="dk1"/>
                </a:solidFill>
                <a:latin typeface="Arial"/>
                <a:ea typeface="Arial"/>
                <a:cs typeface="Arial"/>
                <a:sym typeface="Arial"/>
              </a:rPr>
            </a:b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 주제 선정 배경</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 진행 목적</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개발 환경:</a:t>
            </a:r>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 운영 체제</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 프레임 워크 등등</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chemeClr val="dk1"/>
              </a:solidFill>
              <a:latin typeface="Arial"/>
              <a:ea typeface="Arial"/>
              <a:cs typeface="Arial"/>
              <a:sym typeface="Arial"/>
            </a:endParaRPr>
          </a:p>
          <a:p>
            <a:pPr indent="0" lvl="0" marL="0" marR="0" rtl="0" algn="l">
              <a:lnSpc>
                <a:spcPct val="143750"/>
              </a:lnSpc>
              <a:spcBef>
                <a:spcPts val="120"/>
              </a:spcBef>
              <a:spcAft>
                <a:spcPts val="0"/>
              </a:spcAft>
              <a:buNone/>
            </a:pPr>
            <a:r>
              <a:rPr lang="en-US" sz="3200">
                <a:solidFill>
                  <a:schemeClr val="dk1"/>
                </a:solidFill>
                <a:latin typeface="Arial"/>
                <a:ea typeface="Arial"/>
                <a:cs typeface="Arial"/>
                <a:sym typeface="Arial"/>
              </a:rPr>
              <a:t>■ 기대 효과</a:t>
            </a:r>
            <a:endParaRPr/>
          </a:p>
        </p:txBody>
      </p:sp>
      <p:grpSp>
        <p:nvGrpSpPr>
          <p:cNvPr id="93" name="Google Shape;93;p13"/>
          <p:cNvGrpSpPr/>
          <p:nvPr/>
        </p:nvGrpSpPr>
        <p:grpSpPr>
          <a:xfrm>
            <a:off x="918400" y="25833152"/>
            <a:ext cx="28423901" cy="1200150"/>
            <a:chOff x="918400" y="9983727"/>
            <a:chExt cx="13374401" cy="1200150"/>
          </a:xfrm>
        </p:grpSpPr>
        <p:sp>
          <p:nvSpPr>
            <p:cNvPr id="94" name="Google Shape;94;p13"/>
            <p:cNvSpPr/>
            <p:nvPr/>
          </p:nvSpPr>
          <p:spPr>
            <a:xfrm>
              <a:off x="918400" y="9983727"/>
              <a:ext cx="13374401" cy="1200150"/>
            </a:xfrm>
            <a:prstGeom prst="rect">
              <a:avLst/>
            </a:prstGeom>
            <a:solidFill>
              <a:srgbClr val="FFCD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46300"/>
                </a:solidFill>
                <a:latin typeface="Arial"/>
                <a:ea typeface="Arial"/>
                <a:cs typeface="Arial"/>
                <a:sym typeface="Arial"/>
              </a:endParaRPr>
            </a:p>
          </p:txBody>
        </p:sp>
        <p:sp>
          <p:nvSpPr>
            <p:cNvPr id="95" name="Google Shape;95;p13"/>
            <p:cNvSpPr txBox="1"/>
            <p:nvPr/>
          </p:nvSpPr>
          <p:spPr>
            <a:xfrm>
              <a:off x="1089098" y="10162107"/>
              <a:ext cx="1222459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rgbClr val="946300"/>
                  </a:solidFill>
                  <a:latin typeface="Arial"/>
                  <a:ea typeface="Arial"/>
                  <a:cs typeface="Arial"/>
                  <a:sym typeface="Arial"/>
                </a:rPr>
                <a:t>4. 프로젝트 결과</a:t>
              </a:r>
              <a:endParaRPr sz="4800">
                <a:solidFill>
                  <a:srgbClr val="946300"/>
                </a:solidFill>
                <a:latin typeface="Arial"/>
                <a:ea typeface="Arial"/>
                <a:cs typeface="Arial"/>
                <a:sym typeface="Arial"/>
              </a:endParaRPr>
            </a:p>
          </p:txBody>
        </p:sp>
      </p:grpSp>
      <p:sp>
        <p:nvSpPr>
          <p:cNvPr id="96" name="Google Shape;96;p13"/>
          <p:cNvSpPr/>
          <p:nvPr/>
        </p:nvSpPr>
        <p:spPr>
          <a:xfrm>
            <a:off x="918400" y="27033302"/>
            <a:ext cx="28423901" cy="11109236"/>
          </a:xfrm>
          <a:prstGeom prst="rect">
            <a:avLst/>
          </a:prstGeom>
          <a:solidFill>
            <a:schemeClr val="lt1"/>
          </a:solidFill>
          <a:ln>
            <a:noFill/>
          </a:ln>
        </p:spPr>
        <p:txBody>
          <a:bodyPr anchorCtr="0" anchor="ctr" bIns="648000" lIns="648000" spcFirstLastPara="1" rIns="648000" wrap="square" tIns="648000">
            <a:noAutofit/>
          </a:bodyPr>
          <a:lstStyle/>
          <a:p>
            <a:pPr indent="0" lvl="0" marL="0" marR="0" rtl="0" algn="l">
              <a:lnSpc>
                <a:spcPct val="143750"/>
              </a:lnSpc>
              <a:spcBef>
                <a:spcPts val="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120"/>
              </a:spcBef>
              <a:spcAft>
                <a:spcPts val="0"/>
              </a:spcAft>
              <a:buNone/>
            </a:pPr>
            <a:r>
              <a:t/>
            </a:r>
            <a:endParaRPr sz="3200">
              <a:solidFill>
                <a:srgbClr val="333333"/>
              </a:solidFill>
              <a:latin typeface="Arial"/>
              <a:ea typeface="Arial"/>
              <a:cs typeface="Arial"/>
              <a:sym typeface="Arial"/>
            </a:endParaRPr>
          </a:p>
        </p:txBody>
      </p:sp>
      <p:grpSp>
        <p:nvGrpSpPr>
          <p:cNvPr id="97" name="Google Shape;97;p13"/>
          <p:cNvGrpSpPr/>
          <p:nvPr/>
        </p:nvGrpSpPr>
        <p:grpSpPr>
          <a:xfrm>
            <a:off x="1492190" y="27435787"/>
            <a:ext cx="12800611" cy="8006564"/>
            <a:chOff x="1492190" y="26283437"/>
            <a:chExt cx="12294149" cy="8006564"/>
          </a:xfrm>
        </p:grpSpPr>
        <p:pic>
          <p:nvPicPr>
            <p:cNvPr descr="These charts will change how you see the rise of AI | World Economic Forum" id="98" name="Google Shape;98;p13"/>
            <p:cNvPicPr preferRelativeResize="0"/>
            <p:nvPr/>
          </p:nvPicPr>
          <p:blipFill rotWithShape="1">
            <a:blip r:embed="rId3">
              <a:alphaModFix/>
            </a:blip>
            <a:srcRect b="0" l="0" r="0" t="0"/>
            <a:stretch/>
          </p:blipFill>
          <p:spPr>
            <a:xfrm>
              <a:off x="1492190" y="26283437"/>
              <a:ext cx="12294149" cy="8006564"/>
            </a:xfrm>
            <a:prstGeom prst="rect">
              <a:avLst/>
            </a:prstGeom>
            <a:noFill/>
            <a:ln>
              <a:noFill/>
            </a:ln>
          </p:spPr>
        </p:pic>
        <p:sp>
          <p:nvSpPr>
            <p:cNvPr id="99" name="Google Shape;99;p13"/>
            <p:cNvSpPr/>
            <p:nvPr/>
          </p:nvSpPr>
          <p:spPr>
            <a:xfrm>
              <a:off x="3679961" y="27906786"/>
              <a:ext cx="7851277" cy="4255477"/>
            </a:xfrm>
            <a:prstGeom prst="rect">
              <a:avLst/>
            </a:prstGeom>
            <a:solidFill>
              <a:schemeClr val="dk1">
                <a:alpha val="52549"/>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Arial"/>
                  <a:ea typeface="Arial"/>
                  <a:cs typeface="Arial"/>
                  <a:sym typeface="Arial"/>
                </a:rPr>
                <a:t>예시 이미지 입니다.</a:t>
              </a:r>
              <a:endParaRPr sz="3200">
                <a:solidFill>
                  <a:schemeClr val="lt1"/>
                </a:solidFill>
                <a:latin typeface="Arial"/>
                <a:ea typeface="Arial"/>
                <a:cs typeface="Arial"/>
                <a:sym typeface="Arial"/>
              </a:endParaRPr>
            </a:p>
          </p:txBody>
        </p:sp>
      </p:grpSp>
      <p:grpSp>
        <p:nvGrpSpPr>
          <p:cNvPr id="100" name="Google Shape;100;p13"/>
          <p:cNvGrpSpPr/>
          <p:nvPr/>
        </p:nvGrpSpPr>
        <p:grpSpPr>
          <a:xfrm>
            <a:off x="15953388" y="10666484"/>
            <a:ext cx="13388913" cy="1200150"/>
            <a:chOff x="918400" y="9983727"/>
            <a:chExt cx="13374401" cy="1200150"/>
          </a:xfrm>
        </p:grpSpPr>
        <p:sp>
          <p:nvSpPr>
            <p:cNvPr id="101" name="Google Shape;101;p13"/>
            <p:cNvSpPr/>
            <p:nvPr/>
          </p:nvSpPr>
          <p:spPr>
            <a:xfrm>
              <a:off x="918400" y="9983727"/>
              <a:ext cx="13374401" cy="1200150"/>
            </a:xfrm>
            <a:prstGeom prst="rect">
              <a:avLst/>
            </a:prstGeom>
            <a:solidFill>
              <a:srgbClr val="FFCD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46300"/>
                </a:solidFill>
                <a:latin typeface="Arial"/>
                <a:ea typeface="Arial"/>
                <a:cs typeface="Arial"/>
                <a:sym typeface="Arial"/>
              </a:endParaRPr>
            </a:p>
          </p:txBody>
        </p:sp>
        <p:sp>
          <p:nvSpPr>
            <p:cNvPr id="102" name="Google Shape;102;p13"/>
            <p:cNvSpPr txBox="1"/>
            <p:nvPr/>
          </p:nvSpPr>
          <p:spPr>
            <a:xfrm>
              <a:off x="1281175" y="10162107"/>
              <a:ext cx="1203251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rgbClr val="946300"/>
                  </a:solidFill>
                  <a:latin typeface="Arial"/>
                  <a:ea typeface="Arial"/>
                  <a:cs typeface="Arial"/>
                  <a:sym typeface="Arial"/>
                </a:rPr>
                <a:t>2. 프로젝트 수행 절차 및 방법</a:t>
              </a:r>
              <a:endParaRPr sz="4800">
                <a:solidFill>
                  <a:srgbClr val="946300"/>
                </a:solidFill>
                <a:latin typeface="Arial"/>
                <a:ea typeface="Arial"/>
                <a:cs typeface="Arial"/>
                <a:sym typeface="Arial"/>
              </a:endParaRPr>
            </a:p>
          </p:txBody>
        </p:sp>
      </p:grpSp>
      <p:sp>
        <p:nvSpPr>
          <p:cNvPr id="103" name="Google Shape;103;p13"/>
          <p:cNvSpPr/>
          <p:nvPr/>
        </p:nvSpPr>
        <p:spPr>
          <a:xfrm>
            <a:off x="15953388" y="11866634"/>
            <a:ext cx="13388913" cy="6613989"/>
          </a:xfrm>
          <a:prstGeom prst="rect">
            <a:avLst/>
          </a:prstGeom>
          <a:solidFill>
            <a:schemeClr val="lt1"/>
          </a:solidFill>
          <a:ln>
            <a:noFill/>
          </a:ln>
        </p:spPr>
        <p:txBody>
          <a:bodyPr anchorCtr="0" anchor="ctr" bIns="648000" lIns="648000" spcFirstLastPara="1" rIns="648000" wrap="square" tIns="648000">
            <a:noAutofit/>
          </a:bodyPr>
          <a:lstStyle/>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 수행 내용(구조 이미지)에 대한 상세 설명</a:t>
            </a:r>
            <a:endParaRPr/>
          </a:p>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 단계별로 연결이 잘 되도록 작성</a:t>
            </a:r>
            <a:endParaRPr/>
          </a:p>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▶필요 시, 사진 또는 참고 링크(팀 github) 첨부</a:t>
            </a:r>
            <a:endParaRPr sz="3200">
              <a:solidFill>
                <a:schemeClr val="dk1"/>
              </a:solidFill>
              <a:latin typeface="Arial"/>
              <a:ea typeface="Arial"/>
              <a:cs typeface="Arial"/>
              <a:sym typeface="Arial"/>
            </a:endParaRPr>
          </a:p>
          <a:p>
            <a:pPr indent="0" lvl="0" marL="0" marR="0" rtl="0" algn="l">
              <a:lnSpc>
                <a:spcPct val="143750"/>
              </a:lnSpc>
              <a:spcBef>
                <a:spcPts val="0"/>
              </a:spcBef>
              <a:spcAft>
                <a:spcPts val="0"/>
              </a:spcAft>
              <a:buNone/>
            </a:pPr>
            <a:r>
              <a:t/>
            </a:r>
            <a:endParaRPr sz="3200">
              <a:solidFill>
                <a:schemeClr val="dk1"/>
              </a:solidFill>
              <a:latin typeface="Arial"/>
              <a:ea typeface="Arial"/>
              <a:cs typeface="Arial"/>
              <a:sym typeface="Arial"/>
            </a:endParaRPr>
          </a:p>
          <a:p>
            <a:pPr indent="0" lvl="0" marL="0" marR="0" rtl="0" algn="l">
              <a:lnSpc>
                <a:spcPct val="143750"/>
              </a:lnSpc>
              <a:spcBef>
                <a:spcPts val="0"/>
              </a:spcBef>
              <a:spcAft>
                <a:spcPts val="0"/>
              </a:spcAft>
              <a:buNone/>
            </a:pPr>
            <a:r>
              <a:rPr lang="en-US" sz="3200">
                <a:solidFill>
                  <a:srgbClr val="333333"/>
                </a:solidFill>
                <a:latin typeface="Arial"/>
                <a:ea typeface="Arial"/>
                <a:cs typeface="Arial"/>
                <a:sym typeface="Arial"/>
              </a:rPr>
              <a:t>Lorem ipsum dolor sit amet, consectetur adipiscing elit, </a:t>
            </a:r>
            <a:r>
              <a:rPr b="1" lang="en-US" sz="3200">
                <a:solidFill>
                  <a:srgbClr val="333333"/>
                </a:solidFill>
                <a:latin typeface="Arial"/>
                <a:ea typeface="Arial"/>
                <a:cs typeface="Arial"/>
                <a:sym typeface="Arial"/>
              </a:rPr>
              <a:t>sed </a:t>
            </a:r>
            <a:r>
              <a:rPr b="1" lang="en-US" sz="3200">
                <a:solidFill>
                  <a:srgbClr val="333333"/>
                </a:solidFill>
                <a:highlight>
                  <a:srgbClr val="FFEFAD"/>
                </a:highlight>
                <a:latin typeface="Arial"/>
                <a:ea typeface="Arial"/>
                <a:cs typeface="Arial"/>
                <a:sym typeface="Arial"/>
              </a:rPr>
              <a:t>do eiusmod tempor incididunt ut labore et dolore magna aliqua. Nisl tincidunt eget nullam non</a:t>
            </a:r>
            <a:endParaRPr b="1" sz="3200">
              <a:solidFill>
                <a:schemeClr val="dk1"/>
              </a:solidFill>
              <a:highlight>
                <a:srgbClr val="FFEFAD"/>
              </a:highlight>
              <a:latin typeface="Arial"/>
              <a:ea typeface="Arial"/>
              <a:cs typeface="Arial"/>
              <a:sym typeface="Arial"/>
            </a:endParaRPr>
          </a:p>
        </p:txBody>
      </p:sp>
      <p:grpSp>
        <p:nvGrpSpPr>
          <p:cNvPr id="104" name="Google Shape;104;p13"/>
          <p:cNvGrpSpPr/>
          <p:nvPr/>
        </p:nvGrpSpPr>
        <p:grpSpPr>
          <a:xfrm>
            <a:off x="15953388" y="19489573"/>
            <a:ext cx="13388913" cy="1200150"/>
            <a:chOff x="918400" y="9983727"/>
            <a:chExt cx="13374401" cy="1200150"/>
          </a:xfrm>
        </p:grpSpPr>
        <p:sp>
          <p:nvSpPr>
            <p:cNvPr id="105" name="Google Shape;105;p13"/>
            <p:cNvSpPr/>
            <p:nvPr/>
          </p:nvSpPr>
          <p:spPr>
            <a:xfrm>
              <a:off x="918400" y="9983727"/>
              <a:ext cx="13374401" cy="1200150"/>
            </a:xfrm>
            <a:prstGeom prst="rect">
              <a:avLst/>
            </a:prstGeom>
            <a:solidFill>
              <a:srgbClr val="FFCD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946300"/>
                </a:solidFill>
                <a:latin typeface="Arial"/>
                <a:ea typeface="Arial"/>
                <a:cs typeface="Arial"/>
                <a:sym typeface="Arial"/>
              </a:endParaRPr>
            </a:p>
          </p:txBody>
        </p:sp>
        <p:sp>
          <p:nvSpPr>
            <p:cNvPr id="106" name="Google Shape;106;p13"/>
            <p:cNvSpPr txBox="1"/>
            <p:nvPr/>
          </p:nvSpPr>
          <p:spPr>
            <a:xfrm>
              <a:off x="1281175" y="10162107"/>
              <a:ext cx="1203251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800">
                  <a:solidFill>
                    <a:srgbClr val="946300"/>
                  </a:solidFill>
                  <a:latin typeface="Arial"/>
                  <a:ea typeface="Arial"/>
                  <a:cs typeface="Arial"/>
                  <a:sym typeface="Arial"/>
                </a:rPr>
                <a:t>3. 프로젝트 구조</a:t>
              </a:r>
              <a:endParaRPr sz="4800">
                <a:solidFill>
                  <a:srgbClr val="946300"/>
                </a:solidFill>
                <a:latin typeface="Arial"/>
                <a:ea typeface="Arial"/>
                <a:cs typeface="Arial"/>
                <a:sym typeface="Arial"/>
              </a:endParaRPr>
            </a:p>
          </p:txBody>
        </p:sp>
      </p:grpSp>
      <p:sp>
        <p:nvSpPr>
          <p:cNvPr id="107" name="Google Shape;107;p13"/>
          <p:cNvSpPr/>
          <p:nvPr/>
        </p:nvSpPr>
        <p:spPr>
          <a:xfrm>
            <a:off x="15953388" y="20689722"/>
            <a:ext cx="13388913" cy="3943280"/>
          </a:xfrm>
          <a:prstGeom prst="rect">
            <a:avLst/>
          </a:prstGeom>
          <a:solidFill>
            <a:schemeClr val="lt1"/>
          </a:solidFill>
          <a:ln>
            <a:noFill/>
          </a:ln>
        </p:spPr>
        <p:txBody>
          <a:bodyPr anchorCtr="0" anchor="ctr" bIns="648000" lIns="648000" spcFirstLastPara="1" rIns="648000" wrap="square" tIns="648000">
            <a:noAutofit/>
          </a:bodyPr>
          <a:lstStyle/>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Example</a:t>
            </a:r>
            <a:endParaRPr/>
          </a:p>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 모델 예측 결과 (이미지 / 상세 설명)</a:t>
            </a:r>
            <a:endParaRPr/>
          </a:p>
          <a:p>
            <a:pPr indent="0" lvl="0" marL="0" marR="0" rtl="0" algn="l">
              <a:lnSpc>
                <a:spcPct val="143750"/>
              </a:lnSpc>
              <a:spcBef>
                <a:spcPts val="0"/>
              </a:spcBef>
              <a:spcAft>
                <a:spcPts val="0"/>
              </a:spcAft>
              <a:buNone/>
            </a:pPr>
            <a:r>
              <a:rPr lang="en-US" sz="3200">
                <a:solidFill>
                  <a:schemeClr val="dk1"/>
                </a:solidFill>
                <a:latin typeface="Arial"/>
                <a:ea typeface="Arial"/>
                <a:cs typeface="Arial"/>
                <a:sym typeface="Arial"/>
              </a:rPr>
              <a:t>▶ 결과에 따른 기대 효과</a:t>
            </a:r>
            <a:endParaRPr/>
          </a:p>
        </p:txBody>
      </p:sp>
      <p:sp>
        <p:nvSpPr>
          <p:cNvPr id="108" name="Google Shape;108;p13"/>
          <p:cNvSpPr txBox="1"/>
          <p:nvPr/>
        </p:nvSpPr>
        <p:spPr>
          <a:xfrm>
            <a:off x="15137607" y="27712630"/>
            <a:ext cx="13225584" cy="5937331"/>
          </a:xfrm>
          <a:prstGeom prst="rect">
            <a:avLst/>
          </a:prstGeom>
          <a:noFill/>
          <a:ln>
            <a:noFill/>
          </a:ln>
        </p:spPr>
        <p:txBody>
          <a:bodyPr anchorCtr="0" anchor="t" bIns="45700" lIns="91425" spcFirstLastPara="1" rIns="91425" wrap="square" tIns="45700">
            <a:spAutoFit/>
          </a:bodyPr>
          <a:lstStyle/>
          <a:p>
            <a:pPr indent="0" lvl="0" marL="0" marR="0" rtl="0" algn="l">
              <a:lnSpc>
                <a:spcPct val="143750"/>
              </a:lnSpc>
              <a:spcBef>
                <a:spcPts val="0"/>
              </a:spcBef>
              <a:spcAft>
                <a:spcPts val="0"/>
              </a:spcAft>
              <a:buNone/>
            </a:pPr>
            <a:r>
              <a:rPr lang="en-US" sz="3200">
                <a:solidFill>
                  <a:srgbClr val="333333"/>
                </a:solidFill>
                <a:latin typeface="Arial"/>
                <a:ea typeface="Arial"/>
                <a:cs typeface="Arial"/>
                <a:sym typeface="Arial"/>
              </a:rPr>
              <a:t>Lorem ipsum dolor sit amet, consectetur adipiscing elit, sed do eiusmod tempor incididunt ut labore et dolore magna aliqua. Nisl tincidunt eget nullam non. Lorem </a:t>
            </a:r>
            <a:r>
              <a:rPr b="1" lang="en-US" sz="3200">
                <a:solidFill>
                  <a:srgbClr val="333333"/>
                </a:solidFill>
                <a:latin typeface="Arial"/>
                <a:ea typeface="Arial"/>
                <a:cs typeface="Arial"/>
                <a:sym typeface="Arial"/>
              </a:rPr>
              <a:t>ipsum </a:t>
            </a:r>
            <a:r>
              <a:rPr b="1" lang="en-US" sz="3200">
                <a:solidFill>
                  <a:srgbClr val="333333"/>
                </a:solidFill>
                <a:highlight>
                  <a:srgbClr val="FFEFAD"/>
                </a:highlight>
                <a:latin typeface="Arial"/>
                <a:ea typeface="Arial"/>
                <a:cs typeface="Arial"/>
                <a:sym typeface="Arial"/>
              </a:rPr>
              <a:t>dolor sit amet, consectetur adipiscing elit, sed do eiusmod tempor incididunt ut labore et dolore magna aliqua. </a:t>
            </a:r>
            <a:endParaRPr/>
          </a:p>
          <a:p>
            <a:pPr indent="0" lvl="0" marL="0" marR="0" rtl="0" algn="l">
              <a:lnSpc>
                <a:spcPct val="143750"/>
              </a:lnSpc>
              <a:spcBef>
                <a:spcPts val="0"/>
              </a:spcBef>
              <a:spcAft>
                <a:spcPts val="0"/>
              </a:spcAft>
              <a:buNone/>
            </a:pPr>
            <a:r>
              <a:t/>
            </a:r>
            <a:endParaRPr sz="3200">
              <a:solidFill>
                <a:srgbClr val="333333"/>
              </a:solidFill>
              <a:latin typeface="Arial"/>
              <a:ea typeface="Arial"/>
              <a:cs typeface="Arial"/>
              <a:sym typeface="Arial"/>
            </a:endParaRPr>
          </a:p>
          <a:p>
            <a:pPr indent="0" lvl="0" marL="0" marR="0" rtl="0" algn="l">
              <a:lnSpc>
                <a:spcPct val="143750"/>
              </a:lnSpc>
              <a:spcBef>
                <a:spcPts val="0"/>
              </a:spcBef>
              <a:spcAft>
                <a:spcPts val="0"/>
              </a:spcAft>
              <a:buNone/>
            </a:pPr>
            <a:r>
              <a:rPr lang="en-US" sz="3200">
                <a:solidFill>
                  <a:srgbClr val="C28800"/>
                </a:solidFill>
                <a:latin typeface="Arial"/>
                <a:ea typeface="Arial"/>
                <a:cs typeface="Arial"/>
                <a:sym typeface="Arial"/>
              </a:rPr>
              <a:t>Nisl tincidunt eget nullam non. Lorem ipsum dolor sit amet, consectetur adipiscing elit, sed do eiusmod tempor incididunt ut labore et dolore magna aliqua. Nisl tincidunt eget nullam non. </a:t>
            </a:r>
            <a:endParaRPr sz="3200">
              <a:solidFill>
                <a:srgbClr val="C28800"/>
              </a:solidFill>
              <a:latin typeface="Arial"/>
              <a:ea typeface="Arial"/>
              <a:cs typeface="Arial"/>
              <a:sym typeface="Arial"/>
            </a:endParaRPr>
          </a:p>
          <a:p>
            <a:pPr indent="0" lvl="0" marL="0" marR="0" rtl="0" algn="l">
              <a:lnSpc>
                <a:spcPct val="143750"/>
              </a:lnSpc>
              <a:spcBef>
                <a:spcPts val="0"/>
              </a:spcBef>
              <a:spcAft>
                <a:spcPts val="0"/>
              </a:spcAft>
              <a:buNone/>
            </a:pPr>
            <a:r>
              <a:t/>
            </a:r>
            <a:endParaRPr sz="3200">
              <a:solidFill>
                <a:schemeClr val="dk1"/>
              </a:solidFill>
              <a:latin typeface="Arial"/>
              <a:ea typeface="Arial"/>
              <a:cs typeface="Arial"/>
              <a:sym typeface="Arial"/>
            </a:endParaRPr>
          </a:p>
        </p:txBody>
      </p:sp>
      <p:pic>
        <p:nvPicPr>
          <p:cNvPr id="109" name="Google Shape;109;p13"/>
          <p:cNvPicPr preferRelativeResize="0"/>
          <p:nvPr/>
        </p:nvPicPr>
        <p:blipFill rotWithShape="1">
          <a:blip r:embed="rId4">
            <a:alphaModFix/>
          </a:blip>
          <a:srcRect b="0" l="0" r="0" t="0"/>
          <a:stretch/>
        </p:blipFill>
        <p:spPr>
          <a:xfrm>
            <a:off x="26842213" y="605506"/>
            <a:ext cx="2514600" cy="977900"/>
          </a:xfrm>
          <a:prstGeom prst="rect">
            <a:avLst/>
          </a:prstGeom>
          <a:noFill/>
          <a:ln>
            <a:noFill/>
          </a:ln>
        </p:spPr>
      </p:pic>
      <p:sp>
        <p:nvSpPr>
          <p:cNvPr id="110" name="Google Shape;110;p13"/>
          <p:cNvSpPr/>
          <p:nvPr/>
        </p:nvSpPr>
        <p:spPr>
          <a:xfrm>
            <a:off x="18472192" y="813665"/>
            <a:ext cx="7734300" cy="978000"/>
          </a:xfrm>
          <a:prstGeom prst="rect">
            <a:avLst/>
          </a:prstGeom>
          <a:solidFill>
            <a:srgbClr val="AEABAB"/>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(선택) 협력 기업등의 로고들을 넣어주</a:t>
            </a:r>
            <a:r>
              <a:rPr lang="en-US" sz="2400">
                <a:solidFill>
                  <a:schemeClr val="lt1"/>
                </a:solidFill>
                <a:latin typeface="Arial"/>
                <a:ea typeface="Arial"/>
                <a:cs typeface="Arial"/>
                <a:sym typeface="Arial"/>
              </a:rPr>
              <a:t>세</a:t>
            </a:r>
            <a:r>
              <a:rPr lang="en-US" sz="2400">
                <a:solidFill>
                  <a:schemeClr val="lt1"/>
                </a:solidFill>
                <a:latin typeface="Arial"/>
                <a:ea typeface="Arial"/>
                <a:cs typeface="Arial"/>
                <a:sym typeface="Arial"/>
              </a:rPr>
              <a:t>요.</a:t>
            </a:r>
            <a:endParaRPr sz="2400">
              <a:solidFill>
                <a:schemeClr val="lt1"/>
              </a:solidFill>
              <a:latin typeface="Arial"/>
              <a:ea typeface="Arial"/>
              <a:cs typeface="Arial"/>
              <a:sym typeface="Arial"/>
            </a:endParaRPr>
          </a:p>
        </p:txBody>
      </p:sp>
      <p:sp>
        <p:nvSpPr>
          <p:cNvPr id="111" name="Google Shape;111;p13"/>
          <p:cNvSpPr txBox="1"/>
          <p:nvPr/>
        </p:nvSpPr>
        <p:spPr>
          <a:xfrm>
            <a:off x="3032394" y="964289"/>
            <a:ext cx="12247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946300"/>
                </a:solidFill>
              </a:rPr>
              <a:t>AI </a:t>
            </a:r>
            <a:r>
              <a:rPr b="1" lang="en-US" sz="3600">
                <a:solidFill>
                  <a:srgbClr val="946300"/>
                </a:solidFill>
              </a:rPr>
              <a:t>학교 아이펠 (AIFFEL) 최종 해커톤 대회</a:t>
            </a:r>
            <a:endParaRPr b="1"/>
          </a:p>
        </p:txBody>
      </p:sp>
      <p:pic>
        <p:nvPicPr>
          <p:cNvPr id="112" name="Google Shape;112;p13"/>
          <p:cNvPicPr preferRelativeResize="0"/>
          <p:nvPr/>
        </p:nvPicPr>
        <p:blipFill rotWithShape="1">
          <a:blip r:embed="rId5">
            <a:alphaModFix/>
          </a:blip>
          <a:srcRect b="0" l="0" r="0" t="0"/>
          <a:stretch/>
        </p:blipFill>
        <p:spPr>
          <a:xfrm>
            <a:off x="918400" y="1127575"/>
            <a:ext cx="1790944" cy="369350"/>
          </a:xfrm>
          <a:prstGeom prst="rect">
            <a:avLst/>
          </a:prstGeom>
          <a:noFill/>
          <a:ln>
            <a:noFill/>
          </a:ln>
        </p:spPr>
      </p:pic>
      <p:sp>
        <p:nvSpPr>
          <p:cNvPr id="113" name="Google Shape;113;p13"/>
          <p:cNvSpPr txBox="1"/>
          <p:nvPr/>
        </p:nvSpPr>
        <p:spPr>
          <a:xfrm>
            <a:off x="1710364" y="35658121"/>
            <a:ext cx="27261677" cy="1807995"/>
          </a:xfrm>
          <a:prstGeom prst="rect">
            <a:avLst/>
          </a:prstGeom>
          <a:noFill/>
          <a:ln>
            <a:noFill/>
          </a:ln>
        </p:spPr>
        <p:txBody>
          <a:bodyPr anchorCtr="0" anchor="t" bIns="45700" lIns="91425" spcFirstLastPara="1" rIns="91425" wrap="square" tIns="45700">
            <a:spAutoFit/>
          </a:bodyPr>
          <a:lstStyle/>
          <a:p>
            <a:pPr indent="0" lvl="0" marL="0" marR="0" rtl="0" algn="l">
              <a:lnSpc>
                <a:spcPct val="143750"/>
              </a:lnSpc>
              <a:spcBef>
                <a:spcPts val="0"/>
              </a:spcBef>
              <a:spcAft>
                <a:spcPts val="0"/>
              </a:spcAft>
              <a:buNone/>
            </a:pPr>
            <a:r>
              <a:rPr lang="en-US" sz="3200">
                <a:solidFill>
                  <a:srgbClr val="333333"/>
                </a:solidFill>
                <a:latin typeface="Arial"/>
                <a:ea typeface="Arial"/>
                <a:cs typeface="Arial"/>
                <a:sym typeface="Arial"/>
              </a:rPr>
              <a:t>Lorem ipsum dolor sit amet, consectetur adipiscing elit, sed do eiusmod tempor incididunt ut labore et dolore magna aliqua. Nisl tincidunt eget nullam non. Lorem ipsum dolor sit amet, consectetur adipiscing elit, sed do eiusmod tempor incididunt ut labore et dolore magna aliqua. Nisl tincidunt eget nullam non. Lorem ipsum dolor sit amet, consecur adipiscing elit, </a:t>
            </a:r>
            <a:endParaRPr sz="32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